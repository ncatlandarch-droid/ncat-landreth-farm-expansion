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/>
    <p:restoredTop sz="94643"/>
  </p:normalViewPr>
  <p:slideViewPr>
    <p:cSldViewPr snapToGrid="0" snapToObjects="1">
      <p:cViewPr varScale="1">
        <p:scale>
          <a:sx n="118" d="100"/>
          <a:sy n="118" d="100"/>
        </p:scale>
        <p:origin x="232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95499" y="2541483"/>
            <a:ext cx="9766415" cy="1325563"/>
          </a:xfrm>
          <a:prstGeom prst="rect">
            <a:avLst/>
          </a:prstGeom>
        </p:spPr>
        <p:txBody>
          <a:bodyPr/>
          <a:lstStyle>
            <a:lvl1pPr marL="0" marR="0" indent="0" algn="l" defTabSz="9143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dirty="0" smtClean="0">
                <a:solidFill>
                  <a:schemeClr val="accent1"/>
                </a:solidFill>
              </a:rPr>
              <a:t>Master title slide style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6370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Long Headli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1195499" y="2541483"/>
            <a:ext cx="9766415" cy="1325563"/>
          </a:xfrm>
          <a:prstGeom prst="rect">
            <a:avLst/>
          </a:prstGeom>
        </p:spPr>
        <p:txBody>
          <a:bodyPr/>
          <a:lstStyle>
            <a:lvl1pPr marL="0" marR="0" indent="0" algn="l" defTabSz="9143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dirty="0" smtClean="0">
                <a:solidFill>
                  <a:schemeClr val="accent1"/>
                </a:solidFill>
              </a:rPr>
              <a:t>Master title slide style</a:t>
            </a:r>
            <a:br>
              <a:rPr lang="en-US" dirty="0" smtClean="0">
                <a:solidFill>
                  <a:schemeClr val="accent1"/>
                </a:solidFill>
              </a:rPr>
            </a:br>
            <a:r>
              <a:rPr lang="en-US" dirty="0" smtClean="0">
                <a:solidFill>
                  <a:schemeClr val="accent1"/>
                </a:solidFill>
              </a:rPr>
              <a:t>with long headline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74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idx="10" hasCustomPrompt="1"/>
          </p:nvPr>
        </p:nvSpPr>
        <p:spPr>
          <a:xfrm>
            <a:off x="1206274" y="2552474"/>
            <a:ext cx="9766300" cy="13255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400" b="1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MASTER TRANSITION SLIDE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312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with Long Headlin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0" hasCustomPrompt="1"/>
          </p:nvPr>
        </p:nvSpPr>
        <p:spPr>
          <a:xfrm>
            <a:off x="1206274" y="2552474"/>
            <a:ext cx="9766300" cy="132556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4400" b="1" i="1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 dirty="0" smtClean="0"/>
              <a:t>MASTER TRANSITION SLIDE STYLE</a:t>
            </a:r>
            <a:br>
              <a:rPr lang="en-US" dirty="0" smtClean="0"/>
            </a:br>
            <a:r>
              <a:rPr lang="en-US" dirty="0" smtClean="0"/>
              <a:t>WITH LONG HEADLINE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2797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32032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Bullet Col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 baseline="0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882" y="2790497"/>
            <a:ext cx="9656379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accent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60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Bullet Col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882" y="2790497"/>
            <a:ext cx="9656379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tx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425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Bullet Col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882" y="2790497"/>
            <a:ext cx="9656379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2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tx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6841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Bullet Col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882" y="2790497"/>
            <a:ext cx="9656379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2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accent1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2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9793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9883" y="2790497"/>
            <a:ext cx="5973818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accent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>
          <a:xfrm>
            <a:off x="7073900" y="2790825"/>
            <a:ext cx="3352361" cy="2959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2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06742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Tab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Grp="1" noChangeArrowheads="1"/>
          </p:cNvSpPr>
          <p:nvPr>
            <p:ph type="body" idx="10"/>
          </p:nvPr>
        </p:nvSpPr>
        <p:spPr>
          <a:xfrm>
            <a:off x="769883" y="2790497"/>
            <a:ext cx="5973818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accent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18" name="Table Placeholder 16"/>
          <p:cNvSpPr>
            <a:spLocks noGrp="1"/>
          </p:cNvSpPr>
          <p:nvPr>
            <p:ph type="tbl" sz="quarter" idx="11"/>
          </p:nvPr>
        </p:nvSpPr>
        <p:spPr>
          <a:xfrm>
            <a:off x="7073900" y="2790825"/>
            <a:ext cx="3352800" cy="2959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945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Ch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>
            <a:spLocks noGrp="1" noChangeArrowheads="1"/>
          </p:cNvSpPr>
          <p:nvPr>
            <p:ph type="body" idx="10"/>
          </p:nvPr>
        </p:nvSpPr>
        <p:spPr>
          <a:xfrm>
            <a:off x="769883" y="2790497"/>
            <a:ext cx="5973818" cy="2958662"/>
          </a:xfrm>
          <a:prstGeom prst="rect">
            <a:avLst/>
          </a:prstGeom>
        </p:spPr>
        <p:txBody>
          <a:bodyPr/>
          <a:lstStyle>
            <a:lvl1pPr marL="228584" indent="-228584">
              <a:lnSpc>
                <a:spcPct val="100000"/>
              </a:lnSpc>
              <a:buClr>
                <a:schemeClr val="accent1"/>
              </a:buClr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685750" indent="-228584">
              <a:lnSpc>
                <a:spcPct val="100000"/>
              </a:lnSpc>
              <a:buClr>
                <a:schemeClr val="accent2"/>
              </a:buClr>
              <a:buFont typeface=".HelveticaNeueDeskInterface-Regular" charset="-120"/>
              <a:buChar char="»"/>
              <a:defRPr sz="20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</a:lstStyle>
          <a:p>
            <a:r>
              <a:rPr lang="en-US" altLang="en-US" dirty="0"/>
              <a:t>Lorem ipsum dolor sit </a:t>
            </a:r>
            <a:r>
              <a:rPr lang="en-US" altLang="en-US" dirty="0" err="1"/>
              <a:t>amet</a:t>
            </a:r>
            <a:r>
              <a:rPr lang="en-US" altLang="en-US" dirty="0"/>
              <a:t>, </a:t>
            </a:r>
            <a:r>
              <a:rPr lang="en-US" altLang="en-US" dirty="0" err="1"/>
              <a:t>consectetur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elit</a:t>
            </a:r>
            <a:r>
              <a:rPr lang="en-US" altLang="en-US" dirty="0"/>
              <a:t>.</a:t>
            </a:r>
          </a:p>
          <a:p>
            <a:pPr lvl="1"/>
            <a:r>
              <a:rPr lang="en-US" altLang="en-US" dirty="0" err="1"/>
              <a:t>Morbi</a:t>
            </a:r>
            <a:r>
              <a:rPr lang="en-US" altLang="en-US" dirty="0"/>
              <a:t> </a:t>
            </a:r>
            <a:r>
              <a:rPr lang="en-US" altLang="en-US" dirty="0" err="1"/>
              <a:t>blandit</a:t>
            </a:r>
            <a:r>
              <a:rPr lang="en-US" altLang="en-US" dirty="0"/>
              <a:t> pharetra </a:t>
            </a:r>
            <a:r>
              <a:rPr lang="en-US" altLang="en-US" dirty="0" err="1"/>
              <a:t>enim</a:t>
            </a:r>
            <a:r>
              <a:rPr lang="en-US" altLang="en-US" dirty="0"/>
              <a:t>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molestie</a:t>
            </a:r>
            <a:r>
              <a:rPr lang="en-US" altLang="en-US" dirty="0"/>
              <a:t> </a:t>
            </a:r>
            <a:r>
              <a:rPr lang="en-US" altLang="en-US" dirty="0" err="1"/>
              <a:t>erat</a:t>
            </a:r>
            <a:r>
              <a:rPr lang="en-US" altLang="en-US" dirty="0"/>
              <a:t> </a:t>
            </a:r>
            <a:r>
              <a:rPr lang="en-US" altLang="en-US" dirty="0" err="1"/>
              <a:t>venenatis</a:t>
            </a:r>
            <a:r>
              <a:rPr lang="en-US" altLang="en-US" dirty="0"/>
              <a:t> </a:t>
            </a:r>
            <a:r>
              <a:rPr lang="en-US" altLang="en-US" dirty="0" err="1"/>
              <a:t>varius</a:t>
            </a:r>
            <a:r>
              <a:rPr lang="en-US" altLang="en-US" dirty="0"/>
              <a:t>.</a:t>
            </a:r>
          </a:p>
          <a:p>
            <a:pPr lvl="2">
              <a:buFont typeface="Arial" charset="0"/>
              <a:buChar char="•"/>
            </a:pPr>
            <a:r>
              <a:rPr lang="en-US" altLang="en-US" dirty="0" err="1"/>
              <a:t>Sed</a:t>
            </a:r>
            <a:r>
              <a:rPr lang="en-US" altLang="en-US" dirty="0"/>
              <a:t> </a:t>
            </a:r>
            <a:r>
              <a:rPr lang="en-US" altLang="en-US" dirty="0" err="1"/>
              <a:t>sodales</a:t>
            </a:r>
            <a:r>
              <a:rPr lang="en-US" altLang="en-US" dirty="0"/>
              <a:t> </a:t>
            </a:r>
            <a:r>
              <a:rPr lang="en-US" altLang="en-US" dirty="0" err="1"/>
              <a:t>bibendum</a:t>
            </a:r>
            <a:r>
              <a:rPr lang="en-US" altLang="en-US" dirty="0"/>
              <a:t> mi, </a:t>
            </a:r>
            <a:r>
              <a:rPr lang="en-US" altLang="en-US" dirty="0" err="1"/>
              <a:t>vel</a:t>
            </a:r>
            <a:r>
              <a:rPr lang="en-US" altLang="en-US" dirty="0"/>
              <a:t> </a:t>
            </a:r>
            <a:r>
              <a:rPr lang="en-US" altLang="en-US" dirty="0" err="1"/>
              <a:t>tincidunt</a:t>
            </a:r>
            <a:r>
              <a:rPr lang="en-US" altLang="en-US" dirty="0"/>
              <a:t> </a:t>
            </a:r>
            <a:r>
              <a:rPr lang="en-US" altLang="en-US" dirty="0" err="1"/>
              <a:t>lectus</a:t>
            </a:r>
            <a:r>
              <a:rPr lang="en-US" altLang="en-US" dirty="0"/>
              <a:t> </a:t>
            </a:r>
            <a:r>
              <a:rPr lang="en-US" altLang="en-US" dirty="0" err="1"/>
              <a:t>adipiscing</a:t>
            </a:r>
            <a:r>
              <a:rPr lang="en-US" altLang="en-US" dirty="0"/>
              <a:t> </a:t>
            </a:r>
            <a:r>
              <a:rPr lang="en-US" altLang="en-US" dirty="0" err="1"/>
              <a:t>congue</a:t>
            </a:r>
            <a:r>
              <a:rPr lang="en-US" altLang="en-US" dirty="0"/>
              <a:t>.</a:t>
            </a:r>
          </a:p>
        </p:txBody>
      </p:sp>
      <p:sp>
        <p:nvSpPr>
          <p:cNvPr id="8" name="Chart Placeholder 3"/>
          <p:cNvSpPr>
            <a:spLocks noGrp="1"/>
          </p:cNvSpPr>
          <p:nvPr>
            <p:ph type="chart" sz="quarter" idx="12"/>
          </p:nvPr>
        </p:nvSpPr>
        <p:spPr>
          <a:xfrm>
            <a:off x="7064477" y="2790825"/>
            <a:ext cx="3362223" cy="2959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13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0404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ith 2 Tabl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able Placeholder 16"/>
          <p:cNvSpPr>
            <a:spLocks noGrp="1"/>
          </p:cNvSpPr>
          <p:nvPr>
            <p:ph type="tbl" sz="quarter" idx="11"/>
          </p:nvPr>
        </p:nvSpPr>
        <p:spPr>
          <a:xfrm>
            <a:off x="5760720" y="2790825"/>
            <a:ext cx="4665980" cy="2959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 hasCustomPrompt="1"/>
          </p:nvPr>
        </p:nvSpPr>
        <p:spPr>
          <a:xfrm>
            <a:off x="769883" y="1571297"/>
            <a:ext cx="9656378" cy="584074"/>
          </a:xfrm>
          <a:prstGeom prst="rect">
            <a:avLst/>
          </a:prstGeom>
        </p:spPr>
        <p:txBody>
          <a:bodyPr/>
          <a:lstStyle>
            <a:lvl1pPr>
              <a:defRPr b="1" i="0" cap="none">
                <a:solidFill>
                  <a:schemeClr val="accent1"/>
                </a:solidFill>
              </a:defRPr>
            </a:lvl1pPr>
          </a:lstStyle>
          <a:p>
            <a:pPr eaLnBrk="1" hangingPunct="1"/>
            <a:r>
              <a:rPr lang="en-US" altLang="en-US" dirty="0" smtClean="0"/>
              <a:t>Slide Header</a:t>
            </a:r>
            <a:endParaRPr lang="en-US" altLang="en-US" sz="2400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769882" y="2133599"/>
            <a:ext cx="9656762" cy="63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i="1">
                <a:solidFill>
                  <a:schemeClr val="accent2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</a:lstStyle>
          <a:p>
            <a:pPr lvl="0"/>
            <a:r>
              <a:rPr lang="en-US" altLang="en-US" sz="2400" dirty="0" err="1" smtClean="0">
                <a:solidFill>
                  <a:schemeClr val="accent2"/>
                </a:solidFill>
              </a:rPr>
              <a:t>Subheader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5225144" y="565604"/>
            <a:ext cx="6651172" cy="6969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800" b="1" i="1" baseline="0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1pPr>
            <a:lvl2pPr marL="45716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2pPr>
            <a:lvl3pPr marL="914330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3pPr>
            <a:lvl4pPr marL="1371496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4pPr>
            <a:lvl5pPr marL="1828663" indent="0" algn="r">
              <a:buNone/>
              <a:defRPr b="1" i="1">
                <a:solidFill>
                  <a:schemeClr val="accent1"/>
                </a:solidFill>
                <a:latin typeface="Times New Roman" charset="0"/>
                <a:ea typeface="Times New Roman" charset="0"/>
                <a:cs typeface="Times New Roman" charset="0"/>
              </a:defRPr>
            </a:lvl5pPr>
          </a:lstStyle>
          <a:p>
            <a:pPr lvl="0"/>
            <a:r>
              <a:rPr lang="en-US" dirty="0" smtClean="0"/>
              <a:t>SLIDE SUBJECT</a:t>
            </a:r>
            <a:endParaRPr lang="en-US" dirty="0"/>
          </a:p>
        </p:txBody>
      </p:sp>
      <p:sp>
        <p:nvSpPr>
          <p:cNvPr id="9" name="Table Placeholder 16"/>
          <p:cNvSpPr>
            <a:spLocks noGrp="1"/>
          </p:cNvSpPr>
          <p:nvPr>
            <p:ph type="tbl" sz="quarter" idx="14"/>
          </p:nvPr>
        </p:nvSpPr>
        <p:spPr>
          <a:xfrm>
            <a:off x="769881" y="2790825"/>
            <a:ext cx="4662089" cy="2959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147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918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712" r:id="rId3"/>
    <p:sldLayoutId id="2147483713" r:id="rId4"/>
    <p:sldLayoutId id="2147483714" r:id="rId5"/>
    <p:sldLayoutId id="2147483715" r:id="rId6"/>
    <p:sldLayoutId id="2147483719" r:id="rId7"/>
    <p:sldLayoutId id="2147483720" r:id="rId8"/>
    <p:sldLayoutId id="2147483721" r:id="rId9"/>
    <p:sldLayoutId id="2147483716" r:id="rId10"/>
    <p:sldLayoutId id="2147483717" r:id="rId11"/>
    <p:sldLayoutId id="2147483718" r:id="rId12"/>
    <p:sldLayoutId id="2147483722" r:id="rId13"/>
  </p:sldLayoutIdLst>
  <p:timing>
    <p:tnLst>
      <p:par>
        <p:cTn id="1" dur="indefinite" restart="never" nodeType="tmRoot"/>
      </p:par>
    </p:tnLst>
  </p:timing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3600" b="0" i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235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77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28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52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29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9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54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87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95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7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sz="quarter" idx="11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308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12"/>
          </p:nvPr>
        </p:nvSpPr>
        <p:spPr/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30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1"/>
          <p:cNvSpPr>
            <a:spLocks noGrp="1"/>
          </p:cNvSpPr>
          <p:nvPr>
            <p:ph type="tbl" sz="quarter" idx="11"/>
          </p:nvPr>
        </p:nvSpPr>
        <p:spPr/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able Placeholder 5"/>
          <p:cNvSpPr>
            <a:spLocks noGrp="1"/>
          </p:cNvSpPr>
          <p:nvPr>
            <p:ph type="tbl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3929829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4684"/>
      </a:accent1>
      <a:accent2>
        <a:srgbClr val="FDB931"/>
      </a:accent2>
      <a:accent3>
        <a:srgbClr val="666666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0</Words>
  <Application>Microsoft Macintosh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.HelveticaNeueDeskInterface-Regular</vt:lpstr>
      <vt:lpstr>Times New Roman</vt:lpstr>
      <vt:lpstr>Wingdings</vt:lpstr>
      <vt:lpstr>Arial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15.0025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Gray Luckett</dc:creator>
  <cp:lastModifiedBy>Gray Luckett</cp:lastModifiedBy>
  <cp:revision>24</cp:revision>
  <dcterms:created xsi:type="dcterms:W3CDTF">2016-08-12T21:58:39Z</dcterms:created>
  <dcterms:modified xsi:type="dcterms:W3CDTF">2016-10-18T14:03:37Z</dcterms:modified>
</cp:coreProperties>
</file>